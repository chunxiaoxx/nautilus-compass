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讲者注:深讲版 40 页 ≈ 30 分钟。15 分钟版裁法见末页。今天的目标:听众多带
走三件事——写入零 LLM 的架构赌注、判官三型病理学、以及我们怎么对待自己的数字。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讲者注:建立问题,不亮方案。问观众:你们的 agent 记得你上周说过什么吗?
ChatGPT 随对话推进覆写关键信息(ICLR 2025 LongMemEval 论文 Appendix B 人肉研究);
长上下文直读性能掉 30-60%。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讲者注:指着右列"写入时"打三遍。裸读不是候选,是基准的失败下限。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讲者注:不变量 2 有一句最狠的话:写时压缩不只丢信息,它把记忆锁死在技术现状里。
停两秒再翻页。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讲者注:这页防"王婆卖瓜"。基准作者在 2024 年就把写时压缩的损害量化了,
我们是第一波把"读侧路线"量出胜绩的团队之一。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讲者注:六层结构来自 ARCHITECTURE.md。强调"写入不调 LLM"停两秒。
治理层是我们独有件:drift 检测 AUC 0.83 + scoped token 三层隔离 + 判分卫生学。
进化层标注纪律:三次实测 uplift=0 → 保持"待证",不冒充已验证。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讲者注:这页回答"这项目哪来的"。平台理论基础(Epiplexity/DMAS)一句带过,
深讲聚焦 compass 自身。dogfood 是产品最硬的证明,这里埋点,结尾收。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讲者注:"不做什么"比"做什么"更难被抄——因为它是立场不是功能。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讲者注:这页是"系统与深度"的核心证据页——每个负结果都是真金白银跑出来的,
预注册文件带 hash 可查。复杂度做减法不做加法,是被证伪逼出来的,不是品味。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讲者注:设计逻辑一句话:用户陈述型答案通常在一个 user turn 里——检 turn 级;
跨会话/助手行为/时序型需要"每场会话发生了什么"的地图——路由到逐会话摘要卡。
tr 62.4 是已知短板,主动讲。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讲者注:这页是全场最重要的一页。把"方法带来多少"和"修测量仪带来多少"分开报
是评测写作最常见的自我欺骗,我们把它拆开——5.4pt 不是方法效应,是仪器修复。
预注册门:ms≥35%(锚22.6)/ssa≥40%(锚25.0)/tr≥30%(锚15.8),跑数前落仓带 hash。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讲者注:71/71 重判解决,其中 27 题翻对——注意重判解决≠全变对,
21 个本来就是错答,这就是"断连≠正确"的诚实注记。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讲者注:首版和 mem0 打平这句主动说——中间态如实公开是可信度的一部分。
最终 P@5 0.978 / MRR 0.929 三项全赢。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讲者注:嵌入这页如果被问,答案是"比的是开箱即用的检索层,不替对方换嵌入"。
复现:一条命令 scripts/reproduce_lmes_retrieval.sh,~$3.50。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讲者注:接下来 6 页是 paper2(arXiv 在投)的内容。
开场自嘲:"这部分讲我们怎么抓自己判官——抓了 5 次,全是配置问题,零次模型能力问题。"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讲者注:传统 judge bias 文献(位置偏差/冗长偏差)是"判官在读,但读歪了";
我们这三型是"判官没在读/没来得及说/根本没被叫到"——不同的物种。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讲者注:珠峰 8849→8949 米、光速 3.0→3.1×10⁸——±0.1% 的污染,四成通过。
局限也讲:两判官均为 reasoning 模型,对非 reasoning 架构泛化未测;prompt 变体消融未做。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讲者注:为什么两轮都没发现?spot check 用的都是短条目,推理装得下预算;
坏的是长条目——系统性的。方向相反这个细节要强调:修正的符号不可假设。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讲者注:这一页的推论最吓人:如果你的预注册门设在 ±5pt,
一次网关抖动就能翻转 accept/reject 决定。逐题判官输出审计不是奢侈,是必需。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讲者注:协议的每个条款都对应一次真实事故——5 次:401 变量名/断连/预算吃满/
空响应/子型幻影回归。全部是配置层。测量可信度先于分数。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讲者注:EverMem 主动用首轮 44.4 作头条防挑样(Run2 47.3,CI 42.9-51.7);
不 claim industry SOTA,榜单口径以官方 Table 4 为准。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讲者注:刀3(LoRA)没进表,因为预注册门没过未采纳——负结果也记录。
attribution 是红线:451 题是上游官方基准,我们提交的是成绩+调优栈+判分协议。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讲者注:这页最反营销——主动把自己的官方坐标位置说成"与最弱 RAG 相当"。
把"我们在哪里"说清楚,比把 40.0 说成大胜更有信用。听众此刻的信任峰值在这页。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讲者注:冒充洞主动讲——我们是自己抓的、自己修的、验证矩阵公开的。
抓自己的洞比藏起来便宜:发现那周如果被别人发现,故事就完全不同了。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讲者注:9/4/9/5 两次生产变更后各复验一轮全绿——隔离属性是持续重验的事实,
不是一次性的安全审计报告。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讲者注:对交互式 agent,亚秒检索与 27 秒等待不是同一可用性等级。
生产读吞吐 ≈5 rps 天花板在嵌入 daemon 串行推理——已在路线图,不藏。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讲者注:$3.50 是 v0.8 时代实测口径,BENCHMARKS_REPRODUCE.md 有完整 breakdown。
竞品成本那句是防"你们凭什么说别人贵"的先手。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讲者注:最后一行故意留在屏上三秒。外部案例为零是今天最大的未知数——
我们用 dogfood 和可复现性兜底,但它只有经过外部用户才能证伪。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讲者注:现场跑真实终端;环境故障切录屏(1080p 已备)。
对照组:空白记忆同一 query → 空。按 demo_recording_script.md 分镜。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讲者注:行为定义=全源码+$3.50 复现+evidence 链+四探针可重跑。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讲者注:结尾停在这句。深讲版收尾回到 dogfood——架构、算法、病理学都是
这个组织日常的一部分,不是论文装点。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Don't Summarize the Past&lt;br&gt;for a Future You Can't Predict</dc:title>
  <dc:subject>PptxGenJS Presentation</dc:subject>
  <dc:creator>Created by Marp</dc:creator>
  <cp:lastModifiedBy>Created by Marp</cp:lastModifiedBy>
  <cp:revision>1</cp:revision>
  <dcterms:created xsi:type="dcterms:W3CDTF">2026-09-05T08:02:49Z</dcterms:created>
  <dcterms:modified xsi:type="dcterms:W3CDTF">2026-09-05T08:02:49Z</dcterms:modified>
</cp:coreProperties>
</file>