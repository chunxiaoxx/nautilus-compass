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讲者注:开场 30 秒停顿,让标题被读完。这句是全文论点。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讲者注:这一幕只建立问题,不亮方案。问观众:你们的 agent 记得你上周说过什么吗?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讲者注:六层图来自 ARCHITECTURE.md,一字未改。强调"写入不调 LLM"停两秒。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讲者注:如果只记一页,记这页。强调"同题同判据"四个字。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讲者注:自嘲式讲,这一段最圈粉。这是 paper2(arXiv 在投)的主题。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15/5 分钟版裁剪:保留本页前 8 页+证据页+接入页。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Don't Summarize the Past for a Future You Can't Predict</dc:title>
  <dc:subject>PptxGenJS Presentation</dc:subject>
  <dc:creator>Created by Marp</dc:creator>
  <cp:lastModifiedBy>Created by Marp</cp:lastModifiedBy>
  <cp:revision>1</cp:revision>
  <dcterms:created xsi:type="dcterms:W3CDTF">2026-09-04T16:17:20Z</dcterms:created>
  <dcterms:modified xsi:type="dcterms:W3CDTF">2026-09-04T16:17:20Z</dcterms:modified>
</cp:coreProperties>
</file>