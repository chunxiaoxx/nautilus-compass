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讲者注:开场 30 秒停顿,让标题被读完。这句是全文论点。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讲者注:这一页只建立问题,不亮方案。问观众:你们的 agent 记得你上周说过什么吗?
ChatGPT 会随对话推进覆写关键信息(ICLR 2025 LongMemEval 论文·人肉研究);长上下文直读性能掉 30-60%。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讲者注:表格别逐行念,指着右列"写入时"三个字打三遍。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讲者注:六层结构来自 ARCHITECTURE.md。强调"写入不调 LLM"停两秒。
进化层防毒门:reward ≥ 1.0 的经验才写回胶囊。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讲者注:42.6→75.4 的全部来源就是这四步,没有其他魔法。
负结果同样预注册:rerank 有害(-2pt)· K=50 无增益 · 小 embedder 更差。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讲者注:81.6% 是剔除 71 道判官故障题的口径,双口径强制披露。
判据先于跑数预注册,预注册文件带 hash 落仓。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讲者注:tr 62.4 是已知短板,主动讲 —— 不藏短板是可信度的一部分。
ssu 97.1 说明单会话用户事实几乎全对;tr 是时序推理,检索型方案的天然硬骨头。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讲者注:如果有人只记一页,记这页。强调"同题同判据"四个字。
跨 harness 分数不可比 —— mem0 自报 94.4% 是他们的 harness/判官/口径,不比。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讲者注:EverMemBench 是第三方榜,不是我们出的卷子。
LOCOMO n=1986:P@1 0.644 vs mem0 0.592 —— 换一张卷子,结论不掉。
LME-M 检索 P@5 0.888,证据册里有,口头补。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讲者注:主动说清 LME-V2 是上游官方基准,我们提交的是成绩+调优栈。
untuned 19.6/12.8 → 定案 40.0/38.4。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讲者注:26.9s 是写入时压缩阵营调用 LLM controller 的 p95(同口径对比)。
我们读取端纯检索+组装,无 LLM 调用,所以 p95 0.34-0.80s。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讲者注:自嘲式讲,这一段最圈粉。一次断连把 14.2% 的题静默记成错答,方向曾完全相反(web +3.3 / ent −1.9)。
这是 paper2(arXiv 在投)的主题:判官盲区是这个领域的 meta-problem。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讲者注:每条都是真金白银跑出来的负结果,预注册锚+hash 可查。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讲者注:nautilus 智涌平台多 agent 调度,compass 是吃狗粮产物。
跨 agent 记忆胶囊:agent A 解题 reward 1.0 → 写胶囊 → agent B 直接继承(B 从 FAIL→PASS 的实录)。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讲者注:现场跑真实终端;若环境故障切录屏(1080p 已备)。
对照组:空白记忆同一 query → 空。录屏兜底按 demo_recording_script.md 分镜。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讲者注:价值主张一句话:把记忆从"按 token 交租"变成"一次部署,免费无限"。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讲者注:结尾停在这句。130 天 771 commits,其中 603 由 agent 舰队提交 —— 产品最硬的证明。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15/5 分钟版裁剪:保留前 8 页+延迟页+demo 页+接入页。
内容改动后重出:npx @marp-team/marp-cli pitch_deck_outline_20260904.md -o pitch_deck_20260904.pptx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Don't Summarize the Past&lt;br&gt;for a Future You Can't Predict</dc:title>
  <dc:subject>PptxGenJS Presentation</dc:subject>
  <dc:creator>Created by Marp</dc:creator>
  <cp:lastModifiedBy>Created by Marp</cp:lastModifiedBy>
  <cp:revision>1</cp:revision>
  <dcterms:created xsi:type="dcterms:W3CDTF">2026-09-05T03:57:06Z</dcterms:created>
  <dcterms:modified xsi:type="dcterms:W3CDTF">2026-09-05T03:57:06Z</dcterms:modified>
</cp:coreProperties>
</file>